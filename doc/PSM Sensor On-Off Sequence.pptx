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90" y="20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42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42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77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591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5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13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174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21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86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94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11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5993A-1776-4208-8EB4-A43CEC825279}" type="datetimeFigureOut">
              <a:rPr lang="ko-KR" altLang="en-US" smtClean="0"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C7449-0564-46FA-8E2D-C2B4E34DD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9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2050" y="2017477"/>
            <a:ext cx="1053494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센서 </a:t>
            </a:r>
            <a:r>
              <a:rPr lang="en-US" altLang="ko-KR" dirty="0" smtClean="0"/>
              <a:t>Off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071513" y="2017477"/>
            <a:ext cx="280397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해당 센서관련 </a:t>
            </a:r>
            <a:r>
              <a:rPr lang="ko-KR" altLang="en-US" dirty="0" err="1" smtClean="0"/>
              <a:t>알람</a:t>
            </a:r>
            <a:r>
              <a:rPr lang="ko-KR" altLang="en-US" dirty="0" smtClean="0"/>
              <a:t> </a:t>
            </a:r>
            <a:r>
              <a:rPr lang="en-US" altLang="ko-KR" dirty="0" smtClean="0"/>
              <a:t>Clear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6996" y="2872187"/>
            <a:ext cx="1053494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센서 </a:t>
            </a:r>
            <a:r>
              <a:rPr lang="en-US" altLang="ko-KR" dirty="0" smtClean="0"/>
              <a:t>On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76459" y="2872187"/>
            <a:ext cx="1798890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관련 </a:t>
            </a:r>
            <a:r>
              <a:rPr lang="ko-KR" altLang="en-US" dirty="0" err="1" smtClean="0"/>
              <a:t>알람</a:t>
            </a:r>
            <a:r>
              <a:rPr lang="ko-KR" altLang="en-US" dirty="0" smtClean="0"/>
              <a:t> </a:t>
            </a:r>
            <a:r>
              <a:rPr lang="en-US" altLang="ko-KR" dirty="0" smtClean="0"/>
              <a:t>Clear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511092" y="2880705"/>
            <a:ext cx="196399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알람</a:t>
            </a:r>
            <a:r>
              <a:rPr lang="ko-KR" altLang="en-US" dirty="0" smtClean="0"/>
              <a:t> 데이터 요청</a:t>
            </a:r>
            <a:endParaRPr lang="ko-KR" altLang="en-US" dirty="0"/>
          </a:p>
        </p:txBody>
      </p:sp>
      <p:cxnSp>
        <p:nvCxnSpPr>
          <p:cNvPr id="11" name="직선 화살표 연결선 10"/>
          <p:cNvCxnSpPr>
            <a:stCxn id="4" idx="3"/>
            <a:endCxn id="5" idx="1"/>
          </p:cNvCxnSpPr>
          <p:nvPr/>
        </p:nvCxnSpPr>
        <p:spPr>
          <a:xfrm>
            <a:off x="1495544" y="2202143"/>
            <a:ext cx="2575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97453" y="1891459"/>
            <a:ext cx="1964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SDMS =&gt; SOP Server</a:t>
            </a:r>
            <a:endParaRPr lang="ko-KR" altLang="en-US" sz="1400" dirty="0"/>
          </a:p>
        </p:txBody>
      </p:sp>
      <p:cxnSp>
        <p:nvCxnSpPr>
          <p:cNvPr id="15" name="직선 화살표 연결선 14"/>
          <p:cNvCxnSpPr>
            <a:stCxn id="7" idx="3"/>
            <a:endCxn id="8" idx="1"/>
          </p:cNvCxnSpPr>
          <p:nvPr/>
        </p:nvCxnSpPr>
        <p:spPr>
          <a:xfrm>
            <a:off x="1500490" y="3056853"/>
            <a:ext cx="2575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57549" y="2726817"/>
            <a:ext cx="1964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SDMS =&gt; SOP Server</a:t>
            </a:r>
            <a:endParaRPr lang="ko-KR" altLang="en-US" sz="1400" dirty="0"/>
          </a:p>
        </p:txBody>
      </p:sp>
      <p:cxnSp>
        <p:nvCxnSpPr>
          <p:cNvPr id="19" name="직선 화살표 연결선 18"/>
          <p:cNvCxnSpPr>
            <a:stCxn id="8" idx="3"/>
            <a:endCxn id="9" idx="1"/>
          </p:cNvCxnSpPr>
          <p:nvPr/>
        </p:nvCxnSpPr>
        <p:spPr>
          <a:xfrm>
            <a:off x="5875349" y="3056853"/>
            <a:ext cx="3635743" cy="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79568" y="2726817"/>
            <a:ext cx="3027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SOP Server =&gt; PSM Sensor Server</a:t>
            </a:r>
            <a:endParaRPr lang="ko-KR" alt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783015" y="379828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PSM Sensor On/Off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397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61062" y="1577959"/>
            <a:ext cx="1798890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관련 </a:t>
            </a:r>
            <a:r>
              <a:rPr lang="ko-KR" altLang="en-US" dirty="0" err="1" smtClean="0"/>
              <a:t>알람</a:t>
            </a:r>
            <a:r>
              <a:rPr lang="ko-KR" altLang="en-US" dirty="0" smtClean="0"/>
              <a:t> </a:t>
            </a:r>
            <a:r>
              <a:rPr lang="en-US" altLang="ko-KR" dirty="0" smtClean="0"/>
              <a:t>Clear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95695" y="1586477"/>
            <a:ext cx="196399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알람</a:t>
            </a:r>
            <a:r>
              <a:rPr lang="ko-KR" altLang="en-US" dirty="0" smtClean="0"/>
              <a:t> 데이터 요청</a:t>
            </a:r>
            <a:endParaRPr lang="ko-KR" altLang="en-US" dirty="0"/>
          </a:p>
        </p:txBody>
      </p:sp>
      <p:cxnSp>
        <p:nvCxnSpPr>
          <p:cNvPr id="19" name="직선 화살표 연결선 18"/>
          <p:cNvCxnSpPr>
            <a:stCxn id="8" idx="3"/>
            <a:endCxn id="9" idx="1"/>
          </p:cNvCxnSpPr>
          <p:nvPr/>
        </p:nvCxnSpPr>
        <p:spPr>
          <a:xfrm>
            <a:off x="2259952" y="1762625"/>
            <a:ext cx="3635743" cy="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64171" y="1432589"/>
            <a:ext cx="3027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SOP Server =&gt; PSM Sensor Server</a:t>
            </a:r>
            <a:endParaRPr lang="ko-KR" alt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783015" y="379828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PSM Sensor On/Off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3046" y="2841674"/>
            <a:ext cx="797609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Protocol : TCP_ID.SERVER_COMMAND(250) – Header(short)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     </a:t>
            </a:r>
            <a:r>
              <a:rPr lang="en-US" altLang="ko-KR" dirty="0" err="1" smtClean="0"/>
              <a:t>ServerCommandType.REQUEST_PSM_SENSOR_ALARM</a:t>
            </a:r>
            <a:r>
              <a:rPr lang="en-US" altLang="ko-KR" dirty="0" smtClean="0"/>
              <a:t>(3) – byte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     PSM Sensor ID - integer</a:t>
            </a:r>
          </a:p>
        </p:txBody>
      </p:sp>
    </p:spTree>
    <p:extLst>
      <p:ext uri="{BB962C8B-B14F-4D97-AF65-F5344CB8AC3E}">
        <p14:creationId xmlns:p14="http://schemas.microsoft.com/office/powerpoint/2010/main" val="278338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64</Words>
  <Application>Microsoft Office PowerPoint</Application>
  <PresentationFormat>와이드스크린</PresentationFormat>
  <Paragraphs>16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</dc:creator>
  <cp:lastModifiedBy>dev</cp:lastModifiedBy>
  <cp:revision>3</cp:revision>
  <dcterms:created xsi:type="dcterms:W3CDTF">2016-04-20T06:54:42Z</dcterms:created>
  <dcterms:modified xsi:type="dcterms:W3CDTF">2016-04-20T07:48:00Z</dcterms:modified>
</cp:coreProperties>
</file>