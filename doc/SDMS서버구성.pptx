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85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2013-07-24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SDMS </a:t>
            </a:r>
            <a:r>
              <a:rPr lang="ko-KR" altLang="en-US" dirty="0" smtClean="0"/>
              <a:t>서버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2013-07-24</a:t>
            </a:r>
          </a:p>
          <a:p>
            <a:r>
              <a:rPr lang="en-US" altLang="ko-KR" dirty="0" smtClean="0"/>
              <a:t>SKKIM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988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화재 상황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 smtClean="0"/>
              <a:t>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화재탐지시점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서버가 화재 신호로 정의한 센서 신호 탐지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수동</a:t>
            </a:r>
            <a:r>
              <a:rPr lang="en-US" altLang="ko-KR" dirty="0" smtClean="0"/>
              <a:t> </a:t>
            </a:r>
            <a:r>
              <a:rPr lang="ko-KR" altLang="en-US" dirty="0" smtClean="0"/>
              <a:t>화재 신고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사용자가 수동으로 화재 신호를 한 경우</a:t>
            </a:r>
            <a:endParaRPr lang="en-US" altLang="ko-KR" dirty="0" smtClean="0"/>
          </a:p>
          <a:p>
            <a:r>
              <a:rPr lang="ko-KR" altLang="en-US" dirty="0" smtClean="0"/>
              <a:t>종료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오작동 신고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사용자가 센서신호에 대해 오작동 신고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SOP </a:t>
            </a:r>
            <a:r>
              <a:rPr lang="ko-KR" altLang="en-US" dirty="0" smtClean="0"/>
              <a:t>종료</a:t>
            </a:r>
            <a:r>
              <a:rPr lang="en-US" altLang="ko-KR" dirty="0" smtClean="0"/>
              <a:t>/</a:t>
            </a:r>
            <a:r>
              <a:rPr lang="ko-KR" altLang="en-US" dirty="0" smtClean="0"/>
              <a:t>무시 </a:t>
            </a:r>
            <a:r>
              <a:rPr lang="en-US" altLang="ko-KR" dirty="0" smtClean="0"/>
              <a:t>: SOP</a:t>
            </a:r>
            <a:r>
              <a:rPr lang="ko-KR" altLang="en-US" dirty="0" smtClean="0"/>
              <a:t>모니터링 시스템에서 화재 상황에 대해 </a:t>
            </a:r>
            <a:r>
              <a:rPr lang="en-US" altLang="ko-KR" dirty="0" smtClean="0"/>
              <a:t>SOP</a:t>
            </a:r>
            <a:r>
              <a:rPr lang="ko-KR" altLang="en-US" dirty="0" smtClean="0"/>
              <a:t>를 수행 후 종료 또는 </a:t>
            </a:r>
            <a:r>
              <a:rPr lang="en-US" altLang="ko-KR" dirty="0" smtClean="0"/>
              <a:t>SOP</a:t>
            </a:r>
            <a:r>
              <a:rPr lang="ko-KR" altLang="en-US" dirty="0" smtClean="0"/>
              <a:t>를 실행하지 않고 무시</a:t>
            </a:r>
            <a:endParaRPr lang="en-US" altLang="ko-KR" dirty="0" smtClean="0"/>
          </a:p>
          <a:p>
            <a:r>
              <a:rPr lang="ko-KR" altLang="en-US" dirty="0" smtClean="0"/>
              <a:t>시작과 종료 사이를 화재 상황으로 인식한다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410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4087213" y="1808820"/>
            <a:ext cx="1872208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SDNS Server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4427411"/>
            <a:ext cx="1800200" cy="801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SDMS Client</a:t>
            </a:r>
            <a:endParaRPr lang="ko-KR" altLang="en-US" dirty="0"/>
          </a:p>
        </p:txBody>
      </p:sp>
      <p:sp>
        <p:nvSpPr>
          <p:cNvPr id="7" name="순서도: 자기 디스크 6"/>
          <p:cNvSpPr/>
          <p:nvPr/>
        </p:nvSpPr>
        <p:spPr>
          <a:xfrm>
            <a:off x="7020272" y="4286629"/>
            <a:ext cx="1224136" cy="129614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SOP DB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 flipH="1" flipV="1">
            <a:off x="3455876" y="5085184"/>
            <a:ext cx="3029166" cy="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6300192" y="2672916"/>
            <a:ext cx="1003920" cy="111612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 flipV="1">
            <a:off x="6156176" y="2780928"/>
            <a:ext cx="931912" cy="108012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2843808" y="2996952"/>
            <a:ext cx="1224136" cy="108012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2555776" y="2780928"/>
            <a:ext cx="1296144" cy="115212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사각형 설명선 28"/>
          <p:cNvSpPr/>
          <p:nvPr/>
        </p:nvSpPr>
        <p:spPr>
          <a:xfrm>
            <a:off x="539552" y="1592796"/>
            <a:ext cx="2520280" cy="1404156"/>
          </a:xfrm>
          <a:prstGeom prst="wedgeRoundRectCallout">
            <a:avLst>
              <a:gd name="adj1" fmla="val 48854"/>
              <a:gd name="adj2" fmla="val 8616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 smtClean="0">
                <a:solidFill>
                  <a:schemeClr val="tx1"/>
                </a:solidFill>
              </a:rPr>
              <a:t>화재신고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- 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HistoryID</a:t>
            </a:r>
            <a:r>
              <a:rPr lang="en-US" altLang="ko-KR" sz="1200" dirty="0" smtClean="0">
                <a:solidFill>
                  <a:schemeClr val="tx1"/>
                </a:solidFill>
              </a:rPr>
              <a:t> ,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ZoneID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SensorID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ko-KR" altLang="en-US" sz="1200" b="1" dirty="0" smtClean="0">
                <a:solidFill>
                  <a:schemeClr val="tx1"/>
                </a:solidFill>
              </a:rPr>
              <a:t>오작동 신고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-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HistoryID</a:t>
            </a:r>
            <a:r>
              <a:rPr lang="en-US" altLang="ko-KR" sz="1200" dirty="0" smtClean="0">
                <a:solidFill>
                  <a:schemeClr val="tx1"/>
                </a:solidFill>
              </a:rPr>
              <a:t> ,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SensorID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ko-KR" altLang="en-US" sz="1200" b="1" dirty="0" smtClean="0">
                <a:solidFill>
                  <a:schemeClr val="tx1"/>
                </a:solidFill>
              </a:rPr>
              <a:t>고장신고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- 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FacilityID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FacilityType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모서리가 둥근 사각형 설명선 29"/>
          <p:cNvSpPr/>
          <p:nvPr/>
        </p:nvSpPr>
        <p:spPr>
          <a:xfrm>
            <a:off x="3347864" y="4126886"/>
            <a:ext cx="1736576" cy="526250"/>
          </a:xfrm>
          <a:prstGeom prst="wedgeRoundRectCallout">
            <a:avLst>
              <a:gd name="adj1" fmla="val -62743"/>
              <a:gd name="adj2" fmla="val -10834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History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로그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 ID</a:t>
            </a:r>
          </a:p>
        </p:txBody>
      </p:sp>
      <p:sp>
        <p:nvSpPr>
          <p:cNvPr id="31" name="TextBox 30"/>
          <p:cNvSpPr txBox="1"/>
          <p:nvPr/>
        </p:nvSpPr>
        <p:spPr>
          <a:xfrm rot="19109724">
            <a:off x="2926214" y="331921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TCP/IP</a:t>
            </a:r>
            <a:endParaRPr lang="ko-KR" altLang="en-US" sz="12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4302562" y="4808185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HTTP</a:t>
            </a:r>
            <a:endParaRPr lang="ko-KR" altLang="en-US" sz="1200" b="1" dirty="0"/>
          </a:p>
        </p:txBody>
      </p:sp>
      <p:sp>
        <p:nvSpPr>
          <p:cNvPr id="34" name="모서리가 둥근 사각형 설명선 33"/>
          <p:cNvSpPr/>
          <p:nvPr/>
        </p:nvSpPr>
        <p:spPr>
          <a:xfrm>
            <a:off x="4282410" y="5805264"/>
            <a:ext cx="2377821" cy="936104"/>
          </a:xfrm>
          <a:prstGeom prst="wedgeRoundRectCallout">
            <a:avLst>
              <a:gd name="adj1" fmla="val -35553"/>
              <a:gd name="adj2" fmla="val -12069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History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로그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- </a:t>
            </a:r>
            <a:r>
              <a:rPr lang="en-US" altLang="ko-KR" sz="1200" b="1" dirty="0" err="1" smtClean="0">
                <a:solidFill>
                  <a:schemeClr val="tx1"/>
                </a:solidFill>
              </a:rPr>
              <a:t>HistoryID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에 대한 로그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en-US" altLang="ko-KR" sz="1200" b="1" dirty="0" smtClean="0">
                <a:solidFill>
                  <a:schemeClr val="tx1"/>
                </a:solidFill>
              </a:rPr>
              <a:t>Sensor Data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모든 센서의 현재 상태</a:t>
            </a:r>
            <a:endParaRPr lang="en-US" altLang="ko-KR" sz="1200" b="1" dirty="0" smtClean="0">
              <a:solidFill>
                <a:schemeClr val="tx1"/>
              </a:solidFill>
            </a:endParaRPr>
          </a:p>
        </p:txBody>
      </p:sp>
      <p:sp>
        <p:nvSpPr>
          <p:cNvPr id="36" name="모서리가 둥근 사각형 설명선 35"/>
          <p:cNvSpPr/>
          <p:nvPr/>
        </p:nvSpPr>
        <p:spPr>
          <a:xfrm>
            <a:off x="6948264" y="1448780"/>
            <a:ext cx="1874304" cy="1548172"/>
          </a:xfrm>
          <a:prstGeom prst="wedgeRoundRectCallout">
            <a:avLst>
              <a:gd name="adj1" fmla="val -48423"/>
              <a:gd name="adj2" fmla="val 7314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History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로그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</a:rPr>
              <a:t>화재 탐지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화재종료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화재 신고</a:t>
            </a:r>
            <a:r>
              <a:rPr lang="en-US" altLang="ko-KR" sz="1200" dirty="0" smtClean="0">
                <a:solidFill>
                  <a:schemeClr val="tx1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오작동 신고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고장신고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b="1" dirty="0" smtClean="0">
                <a:solidFill>
                  <a:schemeClr val="tx1"/>
                </a:solidFill>
              </a:rPr>
              <a:t>Sensor Data</a:t>
            </a:r>
          </a:p>
          <a:p>
            <a:r>
              <a:rPr lang="en-US" altLang="ko-KR" sz="1200" b="1" dirty="0" smtClean="0">
                <a:solidFill>
                  <a:schemeClr val="tx1"/>
                </a:solidFill>
              </a:rPr>
              <a:t> - </a:t>
            </a:r>
            <a:r>
              <a:rPr lang="ko-KR" altLang="en-US" sz="1200" dirty="0" smtClean="0">
                <a:solidFill>
                  <a:schemeClr val="tx1"/>
                </a:solidFill>
              </a:rPr>
              <a:t>모든 수신된 센서의 현재 상태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7" name="모서리가 둥근 사각형 설명선 36"/>
          <p:cNvSpPr/>
          <p:nvPr/>
        </p:nvSpPr>
        <p:spPr>
          <a:xfrm>
            <a:off x="4603032" y="3273887"/>
            <a:ext cx="1736576" cy="526250"/>
          </a:xfrm>
          <a:prstGeom prst="wedgeRoundRectCallout">
            <a:avLst>
              <a:gd name="adj1" fmla="val 55142"/>
              <a:gd name="adj2" fmla="val -6944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SOP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수행 정보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</a:rPr>
              <a:t>종료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무시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9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146</Words>
  <Application>Microsoft Office PowerPoint</Application>
  <PresentationFormat>화면 슬라이드 쇼(4:3)</PresentationFormat>
  <Paragraphs>34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SDMS 서버</vt:lpstr>
      <vt:lpstr>화재 상황</vt:lpstr>
      <vt:lpstr>구성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SDMS 서버</dc:title>
  <dc:creator>Microsoft Corporation</dc:creator>
  <cp:lastModifiedBy>skkim</cp:lastModifiedBy>
  <cp:revision>5</cp:revision>
  <dcterms:created xsi:type="dcterms:W3CDTF">2006-10-05T04:04:58Z</dcterms:created>
  <dcterms:modified xsi:type="dcterms:W3CDTF">2013-07-24T07:14:39Z</dcterms:modified>
</cp:coreProperties>
</file>